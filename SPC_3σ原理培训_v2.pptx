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统计过程控制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3σ 原理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内部培训教材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生产部门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质量部门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正态分布与3σ原理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68-95-99.7法则、σ概念、直观理解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标准差σ的计算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公式推导、极差法/标准差法、常数表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UCL/LCL控制限由来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公式、常数表、控制限vs规格限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SPC与6σ的关系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DMAIC流程、两者的分工与协作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MIM实战案例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内孔径控制、过程能力Cpk分析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要点速记卡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核心公式、关键数字速记、实战口诀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培训时长约 60 分钟  |  前置知识：基础数学（均值、平方根概念）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正态分布与3σ原理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480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正态分布柱状图与五线关系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1368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669694"/>
            <a:ext cx="256032" cy="185074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7016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962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2232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规格下限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30452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μ-3σ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00884" y="1417320"/>
            <a:ext cx="27432" cy="2103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0008" y="1325880"/>
            <a:ext cx="329184" cy="32918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2350008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48840" y="1673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中心线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71316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μ+3σ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56532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395020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5020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规格上限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4023360" cy="228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005072"/>
            <a:ext cx="182880" cy="14630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±1σ  68%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4005072"/>
            <a:ext cx="182880" cy="14630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9" name="Text 37"/>
          <p:cNvSpPr/>
          <p:nvPr/>
        </p:nvSpPr>
        <p:spPr>
          <a:xfrm>
            <a:off x="204825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±2σ  95%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08960" y="4005072"/>
            <a:ext cx="182880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32841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±3σ  99.7%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251960"/>
            <a:ext cx="182880" cy="3657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中心线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20240" y="4251960"/>
            <a:ext cx="1828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21396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控制限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4251960"/>
            <a:ext cx="18288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35112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规格限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37760" y="96012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20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68 - 95 - 99.7 法则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146304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1463040"/>
            <a:ext cx="2424989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±1σ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521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852160" y="1810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31.73%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20640" y="224028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2240280"/>
            <a:ext cx="3387852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±2σ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8521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85216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4.55%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±3σ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8521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585216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4066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0.27%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几乎所有正常产品（99.73%）都落在 μ ± 3σ 范围内，超出即视为异常波动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44622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注：正态分布数据在自然界和工业生产中极为常见，如零件尺寸、温度、重量等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σ 的直观理解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0.001mm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尺寸波动极小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精度极高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专业测量仪器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116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0.005mm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MIM优质工艺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0584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0.015mm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接近公差边缘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需关注改善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00584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0.025mm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波动过大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过程失控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大量超差风险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29000"/>
            <a:ext cx="8503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493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为什么控制限选 3σ？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3913632"/>
            <a:ext cx="2651760" cy="9144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±2σ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4.55%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频繁误报警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生产效率低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913632"/>
            <a:ext cx="2651760" cy="9144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±3σ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23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0.27%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误报少、检出强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业界黄金标准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913632"/>
            <a:ext cx="2651760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±4σ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0.006%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对异常不敏感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漏报风险大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标准差 σ 的计算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计算公式：  σ = √[ Σ(xᵢ - x̄)² / (n-1)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第i个测量值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3796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样本均值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样本数量 ≥ 25组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贝塞尔校正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874520"/>
            <a:ext cx="4754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74520"/>
            <a:ext cx="91440" cy="3063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938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手算步骤（MIM内孔径示例：n=5, 25组）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33172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331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连续采集25组×5件=125个测量值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900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2990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计算均值 x̄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2990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= (2.001+1.999+2.002+1.998+2.000)/5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= 2.000 mm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计算偏差平方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6484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(2.001-2.000)² = 0.000001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(1.999-2.000)² = 0.000001 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306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43068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√(偏差平方和/(n-1))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≈ 0.0016 mm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187452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57800" y="1874520"/>
            <a:ext cx="91440" cy="3063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两种σ估算方法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2377440"/>
            <a:ext cx="3200400" cy="114300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极差法（推荐日常使用）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R̄ / d₂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2356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简单快速，用组内极差估算σ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611880"/>
            <a:ext cx="3200400" cy="11430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标准差法（适合大批量数据）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235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S̄ / c₄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623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更精确，使用样本标准差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4773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d₂、c₄ 为常数表系数（见下页）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控制图常数表（n=2~10）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188720"/>
                <a:gridCol w="1371600"/>
                <a:gridCol w="164592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3840480" cy="5943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34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X̄图：UCL = X̄̄ + A₂×R̄    LCL = X̄̄ - A₂×R̄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0" y="4434840"/>
            <a:ext cx="4114800" cy="59436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4434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R图：UCL = D₄×R̄    CL = R̄    LCL = D₃×R̄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UCL / LCL 如何得来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UCL/LCL 来自过程自身历史数据统计计算  ≠  规格公差（客户给的）  ≠  人为设定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029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控制限五线位置关系图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3891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0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  中心线（均值）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340864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22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4105656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 = X̄̄ - A₂×R̄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231136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1956816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规格上限（客户）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535424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4489704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489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规格下限（客户）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89888" y="28712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23079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0200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实例演算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条件：n=5, X̄̄=2.000mm, R̄=0.005mm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94560"/>
            <a:ext cx="3063240" cy="384048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1945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X̄图: UCL=2.003  LCL=1.997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2633472"/>
            <a:ext cx="3063240" cy="384048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R图: UCL=0.0106  LCL=0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24612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291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vs 规格公差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940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过程数据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过程稳定？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524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产品合格？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查原因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处置产品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vs 规格公差（必须分清）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位置关系示意图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23774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10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3273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2468880" cy="10058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2011680"/>
            <a:ext cx="1828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 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规格允许区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251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91440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两句核心话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6642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= 过程告诉你的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= 客户告诉你的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两者来源不同、含义不同、用途不同！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34640"/>
            <a:ext cx="38404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9443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9077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超出控制限 → 过程异常，查原因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超出规格限 → 产品不合格，做处置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控制限是预警，规格限是判定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51960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UCL/LCL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 USL/LSL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SPC 与 6σ 的关系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= 监控工具（仪表盘）    vs    6σ = 优化方法论（工程体系）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754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核心数据对比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17627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±3σ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487168"/>
            <a:ext cx="2194560" cy="2926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±6σ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724912"/>
            <a:ext cx="1975104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2,700 PPM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035808"/>
            <a:ext cx="2194560" cy="29260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035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3.4 PPM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良品率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273552"/>
            <a:ext cx="2084832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3273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99.73%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584448"/>
            <a:ext cx="219456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584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99.99966%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思维方式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82219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被动检测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4133088"/>
            <a:ext cx="21945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133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主动优化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执行角色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0" y="437083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370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QC/工程师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4681728"/>
            <a:ext cx="2194560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681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BB/GB黑带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1645920"/>
            <a:ext cx="3611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1691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流程（6σ改进）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2148840"/>
            <a:ext cx="10058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5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界定问题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确定客户CTQ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37960" y="2148840"/>
            <a:ext cx="10058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37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7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SPC测量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收集基线数据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0" y="2148840"/>
            <a:ext cx="10058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680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3081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680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分析SPC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找出σ偏大原因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94960" y="3337560"/>
            <a:ext cx="100584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394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94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改进过程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降低σ波动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37960" y="3337560"/>
            <a:ext cx="10058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537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37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37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新设SPC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巩固成果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solidFill>
            <a:srgbClr val="1E3A5F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是 6σ 的基础测量工具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MIM实战案例：内孔径控制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场景参数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产品：MIM不锈钢零件内孔径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规格：2.000 ± 0.010 mm（USL=2.010, LSL=1.990）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子组：每小时抽取5件，共25组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基线数据计算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312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总均值 X̄̄ = 2.0002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平均极差 R̄ = 0.0050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σ̂ = 0.005 / 2.326 = 0.00215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8229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控制图控制限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2.003 mm    CL = 2.000 mm    LCL = 1.997 mm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4251960" cy="82296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= 0.0098 / 0.00645 ≈ 1.52  →  能力良好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91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 过程能力等级参照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965960" cy="109728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立即改进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列入FMEA高风险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703320"/>
            <a:ext cx="1965960" cy="10972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1.0~1.33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勉强合格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需改进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提升Cp/Cpk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1965960" cy="10972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1.33~1.67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维持监控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保持当前水平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3703320"/>
            <a:ext cx="1965960" cy="10972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1.67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追求更高效率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可持续改进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要点速记卡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√[Σ(xᵢ-x̄)²/(n-1)]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444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8562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σ̂ = R̄ / d₂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856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极差法估算σ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267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均值图控制限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791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D₄×R̄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679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极差图控制限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3639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0906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Cpk = min(USL-x̄,x̄-LSL)/3σ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090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过程能力指数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60120"/>
            <a:ext cx="4251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60120"/>
            <a:ext cx="91440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 范围内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 范围内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 范围内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8712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 PPM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28712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3σ时缺陷率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PPM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2668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6σ时缺陷率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2668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计算σ最少数据量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≥ 1.33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2668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过程能力合格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8503920" cy="1325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三句核心话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4142232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114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σ是过程"告诉"你的，不是你设定的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4434840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" y="4407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UCL/LCL是过程告诉你的，USL/LSL是客户告诉你的，两者不能混淆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4727448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727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" y="4700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SPC告诉你哪里出问题，6σ告诉你如何系统解决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SPC 与 3σ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让质量管控从"凭经验"走向"用数据说话"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问题咨询：质量部  |  教材版本：v2.0  |  更新日期：2026-04-25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SPC统计过程控制与3σ原理培训</dc:title>
  <dc:subject>PptxGenJS Presentation</dc:subject>
  <dc:creator>WorkBuddy</dc:creator>
  <cp:lastModifiedBy>WorkBuddy</cp:lastModifiedBy>
  <cp:revision>1</cp:revision>
  <dcterms:created xsi:type="dcterms:W3CDTF">2026-04-25T02:33:03Z</dcterms:created>
  <dcterms:modified xsi:type="dcterms:W3CDTF">2026-04-25T02:33:03Z</dcterms:modified>
</cp:coreProperties>
</file>