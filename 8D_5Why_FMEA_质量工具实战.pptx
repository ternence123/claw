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228600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0"/>
            <a:ext cx="22860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3291840"/>
            <a:ext cx="1828800" cy="1828800"/>
          </a:xfrm>
          <a:prstGeom prst="ellipse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48640"/>
            <a:ext cx="1097280" cy="1097280"/>
          </a:xfrm>
          <a:prstGeom prst="ellipse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FMEA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失效模式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与影响分析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· 5Why · FMEA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三大质量工具实战应用场景详解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0" y="2560320"/>
            <a:ext cx="41148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743200"/>
            <a:ext cx="13716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FMEA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2743200"/>
            <a:ext cx="13716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5Why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2743200"/>
            <a:ext cx="13716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  ·  根源分析  ·  闭环管控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来源：质谨致远公众号   作者：Mak Mak   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65760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41148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11480"/>
            <a:ext cx="6583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411480"/>
            <a:ext cx="65836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114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5212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为什么需要三大质量工具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868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132588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325880"/>
            <a:ext cx="6583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325880"/>
            <a:ext cx="65836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3258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1435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— 事前风险防控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场景 · 实操 · 避坑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224028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240280"/>
            <a:ext cx="6583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2240280"/>
            <a:ext cx="658368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2402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0" y="23500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 — 深挖问题根源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2697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场景 · 实操 · 避坑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77440" y="315468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3154680"/>
            <a:ext cx="65836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154680"/>
            <a:ext cx="65836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1546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0" y="32644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— 闭环解决重大问题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3611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场景 · 八步拆解 · 避坑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77440" y="406908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4069080"/>
            <a:ext cx="6583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4069080"/>
            <a:ext cx="65836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40690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0400" y="41788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三大工具联动使用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0" y="45262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全流程闭环逻辑 · 核心总结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731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为什么需要三大质量工具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质量人的困境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1554480"/>
            <a:ext cx="77724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5544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背熟了工具流程，却分不清什么时候用、怎么用才落地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2304288"/>
            <a:ext cx="77724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3042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把工具用成纸面流程，解决问题浮于表面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5840" y="3054096"/>
            <a:ext cx="77724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05409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问题反复爆发、内审外审频频扣分、跨部门推进寸步难行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FMEA（事前）→ 5Why（事中）→ 8D（事后）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822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FMEA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566160" y="1783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失效模式与影响分析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3657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697480"/>
            <a:ext cx="2560320" cy="475488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697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 · 扼杀风险于爆发前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— 核心定义与适用场景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事前预防类工具，通过提前分析产品/流程中潜在的失效模式、评估风险等级、制定预防管控措施，从源头消除质量隐患，属于「未雨绸缪」的管控手段。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7315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核心适用场景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新产品研发、设计方案评审、新工艺导入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新供应商准入、新材料试用、生产线改造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客户要求升级、产品迭代、合规标准更新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高频重复发生的制程不良、批量隐患预判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FMEA 定位：事前风控第一道防线 — 新产品 / 新工艺 / 新供应商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— 实战实操5步骤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868680"/>
            <a:ext cx="7955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86868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905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组建跨部门小组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161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 + 生产 + 质量 + 工艺联合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1508760"/>
            <a:ext cx="7955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50876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545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拆解流程，识别失效点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1801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逐节点分析潜在失效模式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2148840"/>
            <a:ext cx="7955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14884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1854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三维度打分（S/O/D）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441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 · 发生度 · 探测度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2788920"/>
            <a:ext cx="7955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78892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8254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制定预防管控措施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081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明确责任人，设定完成期限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474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" y="3429000"/>
            <a:ext cx="7955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42900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465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同步更新控制计划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3721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全程跟踪，确保措施落地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160520"/>
            <a:ext cx="9144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87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避坑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禁止质量部独自完成  |  禁止流于形式  |  禁止只做不落地  |  避免FMEA文件与实际生产脱节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822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Why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566160" y="1783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ED7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五个为什么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3657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697480"/>
            <a:ext cx="2286000" cy="47548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697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根源分析  ·  拒绝表面整改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 — 核心定义与适用场景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100584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根源分析类工具，通过连续追问「为什么」，穿透问题表象，找到根本原因，而非针对表面现象做临时整改，彻底解决问题反复的痛点。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73152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核心适用场景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制程单点不良、局部异常、小型质量事故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设备故障、操作失误、物料异常快速分析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8D报告中根源分析环节（核心配套工具）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日常巡检问题、小范围客户抱怨深度分析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5Why 定位：事中分析利器 — 快速穿透表象，找到可管控的根本原因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 — 追问链路与实操要点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追问链路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32588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问题现象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09928" y="1188720"/>
            <a:ext cx="132588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1188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45536" y="1188720"/>
            <a:ext cx="132588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79976" y="1188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81144" y="1188720"/>
            <a:ext cx="132588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15584" y="1188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16752" y="1188720"/>
            <a:ext cx="132588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51192" y="1188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1188720"/>
            <a:ext cx="132588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5 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实操要点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256032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遵循「事实导向」原则，每步追问均基于现场、现物、现实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4320" y="2816352"/>
            <a:ext cx="256032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不主观猜测、不随意甩锅，避免将问题推给「人为因素」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3273552"/>
            <a:ext cx="256032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不一定严格追问5次，找到「可管控、可整改」的根本原因即可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74320" y="3730752"/>
            <a:ext cx="256032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找到根本原因后，针对性制定整改措施并跟踪落实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06240"/>
            <a:ext cx="91440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24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避坑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4507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禁止追问流于形式  |  禁止将原因归咎于「员工不认真」  |  找到根源后必须有对应整改动作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822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566160" y="1783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EE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八个解决步骤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3657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697480"/>
            <a:ext cx="2926080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697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问题闭环  ·  客诉 / 批量不良首选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— 核心定义与适用场景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问题闭环类工具，一套标准化、流程化的问题处理体系，适用于重大、批量、客户投诉类质量问题，全程留痕、跨部门协同、整改闭环，满足客户审核、体系审核要求。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73152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核心适用场景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批量产品不良、重大制程质量事故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4505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5059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450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客户正式投诉、退货、索赔、审核不符合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重复发生、长期未解决的顽固性质量问题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2735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7355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27355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体系审核重大不符合项整改、专项质量改进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8D 定位：事后闭环最终保障 — 客诉 / 批量 / 体系审核不符合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— 八大步骤核心拆解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59436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841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建立跨部门解决小组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25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确定成员、分工、职责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1051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10512"/>
            <a:ext cx="59436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10512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精准量化、明确细节（时间/地点/数量）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871216"/>
            <a:ext cx="4251960" cy="932688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71216"/>
            <a:ext cx="594360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71216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626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临时遏制措施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快速止损，防止问题扩散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054096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931920"/>
            <a:ext cx="4251960" cy="932688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931920"/>
            <a:ext cx="594360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931920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023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根本原因分析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 5Why 使用，找到真正根源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4114800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749808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749808"/>
            <a:ext cx="59436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749808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76672" y="841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制定永久纠正措施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1225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针对根本原因，系统性解决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90872" y="181051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90872" y="1810512"/>
            <a:ext cx="59436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1810512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76672" y="1901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措施落地执行与验证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执行确认、效果验证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90872" y="2871216"/>
            <a:ext cx="4251960" cy="932688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90872" y="2871216"/>
            <a:ext cx="594360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2871216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76672" y="29626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预防再发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更新流程 / FMEA / 控制计划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22792" y="3054096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90872" y="3931920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90872" y="3931920"/>
            <a:ext cx="594360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3931920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76672" y="4023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小组祝贺、闭环结案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4407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总结经验、正式关闭问题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— 四大避坑详解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94360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禁止跳过临时遏制（D3）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问题爆发第一时间必须止损，否则损失持续扩大。许多工程师习惯直接跳到根因分析，这是大忌。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28800"/>
            <a:ext cx="594360" cy="8961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202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禁止根因分析敷衍（D4）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 是整个 8D 的灵魂，若根因分析不深入，后续所有纠正措施都是无效的。建议与 5Why 配套使用。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59436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4640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禁止无预防再发措施（D7）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仅解决当前问题不够，必须更新流程文件、FMEA、控制计划，防止同类问题在其他产品/工序复发。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40480"/>
            <a:ext cx="594360" cy="8961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40480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 8D 沦为形式文件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最常见的失效就是应付客户——报告写得漂亮，实际整改根本没落地。写 8D 的人要全程负责到底。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三大工具联动使用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4864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DE9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质量管控全流程闭环  ·  防控线 + 放大镜 + 闭环器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1005840" cy="10058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3639312"/>
            <a:ext cx="859536" cy="8595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566160"/>
            <a:ext cx="1005840" cy="10058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3639312"/>
            <a:ext cx="859536" cy="8595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3566160"/>
            <a:ext cx="1005840" cy="10058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3639312"/>
            <a:ext cx="859536" cy="8595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三大工具联动逻辑 — 质量管控全流程闭环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事后闭环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89888"/>
            <a:ext cx="2788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81328"/>
            <a:ext cx="822960" cy="8229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325880" y="1536192"/>
            <a:ext cx="7772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1536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1938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FMEA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4048" y="25420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防控线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失效模式与影响分析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401568"/>
            <a:ext cx="256032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风险预防，提前规避潜在问题，减少异常发生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2011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200400" y="138988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389888"/>
            <a:ext cx="2788920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1481328"/>
            <a:ext cx="822960" cy="8229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251960" y="1536192"/>
            <a:ext cx="7772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1536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1938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5Why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10128" y="25420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1012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五个为什么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10128" y="3401568"/>
            <a:ext cx="256032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根源分析，快速定位问题本质，精准制定整改方案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2011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126480" y="138988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389888"/>
            <a:ext cx="278892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1481328"/>
            <a:ext cx="822960" cy="8229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7178040" y="1536192"/>
            <a:ext cx="7772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15361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1938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8D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236208" y="25420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闭环器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3620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八个解决步骤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36208" y="3401568"/>
            <a:ext cx="256032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闭环管控，重大问题标准化处理，彻底杜绝问题复发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质量工具的核心价值，从来不是会背流程、会写报告，而是真正解决实际问题、降低不良损失、提升管控效率。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9875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00584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00200" y="1618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 —  防控线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守住源头风险，把问题扼杀在爆发前。适用于新产品研发、工艺改造、供应商准入等事前场景。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8229600" cy="9875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24328"/>
            <a:ext cx="1005840" cy="9875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24328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00200" y="2734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  —  放大镜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1272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找准问题根源，拒绝表面整改，配合8D使用效果最佳。适用于日常异常、单点不良快速分析。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8229600" cy="9875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39896"/>
            <a:ext cx="1005840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0200" y="38496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8D  —  闭环器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242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保障整改落地，重大问题的标准化处理体系。适用于客诉、批量不良、体系审核不符合。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分清场景、联动使用 → 职场升职加薪的核心竞争力 🏆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4572000" cy="51435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E9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三大质量工具  ·  用透用实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03320" y="3200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320040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来源：质谨致远公众号  作者：Mak Mak 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8D、5Why、FMEA 三大质量工具实战应用</dc:title>
  <dc:subject>PptxGenJS Presentation</dc:subject>
  <dc:creator>PptxGenJS</dc:creator>
  <cp:lastModifiedBy>PptxGenJS</cp:lastModifiedBy>
  <cp:revision>1</cp:revision>
  <dcterms:created xsi:type="dcterms:W3CDTF">2026-04-24T03:41:10Z</dcterms:created>
  <dcterms:modified xsi:type="dcterms:W3CDTF">2026-04-24T03:41:10Z</dcterms:modified>
</cp:coreProperties>
</file>